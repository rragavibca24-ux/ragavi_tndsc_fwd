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69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8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8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.pn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1286942" y="3314150"/>
            <a:ext cx="9878200" cy="2225039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>
                <a:solidFill>
                  <a:srgbClr val="FF0000"/>
                </a:solidFill>
              </a:rPr>
              <a:t>STUDENT NAME: </a:t>
            </a:r>
            <a:r>
              <a:rPr dirty="0" sz="2400" lang="en-US">
                <a:solidFill>
                  <a:srgbClr val="002060"/>
                </a:solidFill>
              </a:rPr>
              <a:t>R</a:t>
            </a:r>
            <a:r>
              <a:rPr dirty="0" sz="2400" lang="en-US">
                <a:solidFill>
                  <a:srgbClr val="002060"/>
                </a:solidFill>
              </a:rPr>
              <a:t>.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R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G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V</a:t>
            </a:r>
            <a:r>
              <a:rPr dirty="0" sz="2400" lang="en-US">
                <a:solidFill>
                  <a:srgbClr val="002060"/>
                </a:solidFill>
              </a:rPr>
              <a:t>I</a:t>
            </a:r>
            <a:endParaRPr dirty="0" sz="2400" lang="en-US">
              <a:solidFill>
                <a:srgbClr val="FF0000"/>
              </a:solidFill>
            </a:endParaRPr>
          </a:p>
          <a:p>
            <a:r>
              <a:rPr dirty="0" sz="2400" lang="en-US">
                <a:solidFill>
                  <a:srgbClr val="FF0000"/>
                </a:solidFill>
              </a:rPr>
              <a:t>REGISTER NO AND NMID: </a:t>
            </a:r>
            <a:r>
              <a:rPr dirty="0" sz="2400" lang="en-US">
                <a:solidFill>
                  <a:srgbClr val="002060"/>
                </a:solidFill>
              </a:rPr>
              <a:t>2</a:t>
            </a:r>
            <a:r>
              <a:rPr dirty="0" sz="2400" lang="en-US">
                <a:solidFill>
                  <a:srgbClr val="002060"/>
                </a:solidFill>
              </a:rPr>
              <a:t>3</a:t>
            </a:r>
            <a:r>
              <a:rPr dirty="0" sz="2400" lang="en-US">
                <a:solidFill>
                  <a:srgbClr val="002060"/>
                </a:solidFill>
              </a:rPr>
              <a:t>1</a:t>
            </a:r>
            <a:r>
              <a:rPr dirty="0" sz="2400" lang="en-US">
                <a:solidFill>
                  <a:srgbClr val="002060"/>
                </a:solidFill>
              </a:rPr>
              <a:t>4</a:t>
            </a:r>
            <a:r>
              <a:rPr dirty="0" sz="2400" lang="en-US">
                <a:solidFill>
                  <a:srgbClr val="002060"/>
                </a:solidFill>
              </a:rPr>
              <a:t>1</a:t>
            </a:r>
            <a:r>
              <a:rPr dirty="0" sz="2400" lang="en-US">
                <a:solidFill>
                  <a:srgbClr val="002060"/>
                </a:solidFill>
              </a:rPr>
              <a:t>1</a:t>
            </a:r>
            <a:r>
              <a:rPr dirty="0" sz="2400" lang="en-US">
                <a:solidFill>
                  <a:srgbClr val="002060"/>
                </a:solidFill>
              </a:rPr>
              <a:t>0</a:t>
            </a:r>
            <a:r>
              <a:rPr dirty="0" sz="2400" lang="en-US">
                <a:solidFill>
                  <a:srgbClr val="002060"/>
                </a:solidFill>
              </a:rPr>
              <a:t>5</a:t>
            </a:r>
            <a:r>
              <a:rPr dirty="0" sz="2400" lang="en-US">
                <a:solidFill>
                  <a:srgbClr val="002060"/>
                </a:solidFill>
              </a:rPr>
              <a:t>0</a:t>
            </a:r>
            <a:r>
              <a:rPr dirty="0" sz="2400" lang="en-US">
                <a:solidFill>
                  <a:srgbClr val="002060"/>
                </a:solidFill>
              </a:rPr>
              <a:t>0</a:t>
            </a:r>
            <a:r>
              <a:rPr dirty="0" sz="2400" lang="en-US">
                <a:solidFill>
                  <a:srgbClr val="002060"/>
                </a:solidFill>
              </a:rPr>
              <a:t>1</a:t>
            </a:r>
            <a:r>
              <a:rPr dirty="0" sz="2400" lang="en-US">
                <a:solidFill>
                  <a:srgbClr val="002060"/>
                </a:solidFill>
              </a:rPr>
              <a:t>2</a:t>
            </a:r>
            <a:r>
              <a:rPr dirty="0" sz="2400" lang="en-US">
                <a:solidFill>
                  <a:srgbClr val="002060"/>
                </a:solidFill>
              </a:rPr>
              <a:t>2</a:t>
            </a:r>
            <a:r>
              <a:rPr dirty="0" sz="2400" lang="en-US">
                <a:solidFill>
                  <a:srgbClr val="002060"/>
                </a:solidFill>
              </a:rPr>
              <a:t>0</a:t>
            </a:r>
            <a:r>
              <a:rPr dirty="0" sz="2400" lang="en-US">
                <a:solidFill>
                  <a:srgbClr val="002060"/>
                </a:solidFill>
              </a:rPr>
              <a:t>1</a:t>
            </a:r>
            <a:r>
              <a:rPr dirty="0" sz="2400" lang="en-US">
                <a:solidFill>
                  <a:srgbClr val="002060"/>
                </a:solidFill>
              </a:rPr>
              <a:t>5</a:t>
            </a:r>
            <a:endParaRPr dirty="0" sz="2400" lang="en-US">
              <a:solidFill>
                <a:srgbClr val="FF0000"/>
              </a:solidFill>
              <a:cs typeface="Calibri"/>
            </a:endParaRPr>
          </a:p>
          <a:p>
            <a:r>
              <a:rPr dirty="0" sz="2400" lang="en-US">
                <a:solidFill>
                  <a:srgbClr val="FF0000"/>
                </a:solidFill>
              </a:rPr>
              <a:t>DEPARTMENT: </a:t>
            </a:r>
            <a:r>
              <a:rPr dirty="0" sz="2400" lang="en-US">
                <a:solidFill>
                  <a:srgbClr val="002060"/>
                </a:solidFill>
              </a:rPr>
              <a:t>B</a:t>
            </a:r>
            <a:r>
              <a:rPr dirty="0" sz="2400" lang="en-US">
                <a:solidFill>
                  <a:srgbClr val="002060"/>
                </a:solidFill>
              </a:rPr>
              <a:t>C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endParaRPr dirty="0" sz="2400" lang="en-US">
              <a:solidFill>
                <a:srgbClr val="FF0000"/>
              </a:solidFill>
            </a:endParaRPr>
          </a:p>
          <a:p>
            <a:r>
              <a:rPr dirty="0" sz="2400" lang="en-US">
                <a:solidFill>
                  <a:srgbClr val="FF0000"/>
                </a:solidFill>
              </a:rPr>
              <a:t>COLLEGE: </a:t>
            </a:r>
            <a:r>
              <a:rPr dirty="0" sz="2400" lang="en-US">
                <a:solidFill>
                  <a:srgbClr val="002060"/>
                </a:solidFill>
              </a:rPr>
              <a:t>V</a:t>
            </a:r>
            <a:r>
              <a:rPr dirty="0" sz="2400" lang="en-US">
                <a:solidFill>
                  <a:srgbClr val="002060"/>
                </a:solidFill>
              </a:rPr>
              <a:t>I</a:t>
            </a:r>
            <a:r>
              <a:rPr dirty="0" sz="2400" lang="en-US">
                <a:solidFill>
                  <a:srgbClr val="002060"/>
                </a:solidFill>
              </a:rPr>
              <a:t>V</a:t>
            </a:r>
            <a:r>
              <a:rPr dirty="0" sz="2400" lang="en-US">
                <a:solidFill>
                  <a:srgbClr val="002060"/>
                </a:solidFill>
              </a:rPr>
              <a:t>EKANANDA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ARTS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N</a:t>
            </a:r>
            <a:r>
              <a:rPr dirty="0" sz="2400" lang="en-US">
                <a:solidFill>
                  <a:srgbClr val="002060"/>
                </a:solidFill>
              </a:rPr>
              <a:t>D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S</a:t>
            </a:r>
            <a:r>
              <a:rPr dirty="0" sz="2400" lang="en-US">
                <a:solidFill>
                  <a:srgbClr val="002060"/>
                </a:solidFill>
              </a:rPr>
              <a:t>C</a:t>
            </a:r>
            <a:r>
              <a:rPr dirty="0" sz="2400" lang="en-US">
                <a:solidFill>
                  <a:srgbClr val="002060"/>
                </a:solidFill>
              </a:rPr>
              <a:t>I</a:t>
            </a:r>
            <a:r>
              <a:rPr dirty="0" sz="2400" lang="en-US">
                <a:solidFill>
                  <a:srgbClr val="002060"/>
                </a:solidFill>
              </a:rPr>
              <a:t>ENCE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F</a:t>
            </a:r>
            <a:r>
              <a:rPr dirty="0" sz="2400" lang="en-US">
                <a:solidFill>
                  <a:srgbClr val="002060"/>
                </a:solidFill>
              </a:rPr>
              <a:t>O</a:t>
            </a:r>
            <a:r>
              <a:rPr dirty="0" sz="2400" lang="en-US">
                <a:solidFill>
                  <a:srgbClr val="002060"/>
                </a:solidFill>
              </a:rPr>
              <a:t>R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W</a:t>
            </a:r>
            <a:r>
              <a:rPr dirty="0" sz="2400" lang="en-US">
                <a:solidFill>
                  <a:srgbClr val="002060"/>
                </a:solidFill>
              </a:rPr>
              <a:t>O</a:t>
            </a:r>
            <a:r>
              <a:rPr dirty="0" sz="2400" lang="en-US">
                <a:solidFill>
                  <a:srgbClr val="002060"/>
                </a:solidFill>
              </a:rPr>
              <a:t>M</a:t>
            </a:r>
            <a:r>
              <a:rPr dirty="0" sz="2400" lang="en-US">
                <a:solidFill>
                  <a:srgbClr val="002060"/>
                </a:solidFill>
              </a:rPr>
              <a:t>EN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FF0000"/>
                </a:solidFill>
              </a:rPr>
              <a:t>COLLEGE/ </a:t>
            </a:r>
            <a:r>
              <a:rPr dirty="0" sz="2400" lang="en-US">
                <a:solidFill>
                  <a:srgbClr val="FF0000"/>
                </a:solidFill>
              </a:rPr>
              <a:t> 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N</a:t>
            </a:r>
            <a:r>
              <a:rPr dirty="0" sz="2400" lang="en-US">
                <a:solidFill>
                  <a:srgbClr val="002060"/>
                </a:solidFill>
              </a:rPr>
              <a:t>N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M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L</a:t>
            </a:r>
            <a:r>
              <a:rPr dirty="0" sz="2400" lang="en-US">
                <a:solidFill>
                  <a:srgbClr val="002060"/>
                </a:solidFill>
              </a:rPr>
              <a:t>A</a:t>
            </a:r>
            <a:r>
              <a:rPr dirty="0" sz="2400" lang="en-US">
                <a:solidFill>
                  <a:srgbClr val="002060"/>
                </a:solidFill>
              </a:rPr>
              <a:t>I</a:t>
            </a:r>
            <a:r>
              <a:rPr dirty="0" sz="2400" lang="en-US">
                <a:solidFill>
                  <a:srgbClr val="002060"/>
                </a:solidFill>
              </a:rPr>
              <a:t> </a:t>
            </a:r>
            <a:r>
              <a:rPr dirty="0" sz="2400" lang="en-US">
                <a:solidFill>
                  <a:srgbClr val="FF0000"/>
                </a:solidFill>
              </a:rPr>
              <a:t>UNIVERSITY</a:t>
            </a:r>
            <a:endParaRPr dirty="0" sz="2400" lang="en-US">
              <a:solidFill>
                <a:srgbClr val="FF0000"/>
              </a:solidFill>
            </a:endParaRPr>
          </a:p>
          <a:p>
            <a:r>
              <a:rPr dirty="0" sz="2400" lang="en-US">
                <a:solidFill>
                  <a:srgbClr val="FF0000"/>
                </a:solidFill>
              </a:rPr>
              <a:t>           </a:t>
            </a:r>
            <a:endParaRPr dirty="0" sz="2400" lang="en-I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solidFill>
              <a:srgbClr val="993300"/>
            </a:solidFill>
            <a:prstDash val="solid"/>
          </a:ln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6000" lang="en-US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46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1511544" y="213362"/>
            <a:ext cx="5636895" cy="12611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</a:t>
            </a:r>
            <a:r>
              <a:rPr dirty="0" sz="4250" lang="en-US" spc="10"/>
              <a:t>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1361550" y="2230805"/>
            <a:ext cx="6434474" cy="4407799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8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9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0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2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pic>
        <p:nvPicPr>
          <p:cNvPr id="2097171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1152606" y="1863595"/>
            <a:ext cx="7878272" cy="4823667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4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5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6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7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18071210" flipV="0">
            <a:off x="6550408" y="16003840"/>
            <a:ext cx="558952" cy="328429"/>
          </a:xfrm>
          <a:prstGeom prst="rect"/>
        </p:spPr>
      </p:pic>
      <p:pic>
        <p:nvPicPr>
          <p:cNvPr id="2097174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653701" y="1451870"/>
            <a:ext cx="7822964" cy="4519513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1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2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pic>
        <p:nvPicPr>
          <p:cNvPr id="2097175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>
            <a:off x="2798272" y="1977706"/>
            <a:ext cx="7500294" cy="1779131"/>
          </a:xfrm>
          <a:prstGeom prst="rect"/>
        </p:spPr>
      </p:pic>
      <p:pic>
        <p:nvPicPr>
          <p:cNvPr id="2097177" name=""/>
          <p:cNvPicPr>
            <a:picLocks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 rot="0">
            <a:off x="2998030" y="4039092"/>
            <a:ext cx="5841421" cy="223021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4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5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6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pic>
        <p:nvPicPr>
          <p:cNvPr id="2097178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739775" y="982340"/>
            <a:ext cx="7534156" cy="5717147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pic>
        <p:nvPicPr>
          <p:cNvPr id="209717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478230" y="1336248"/>
            <a:ext cx="7166952" cy="2192923"/>
          </a:xfrm>
          <a:prstGeom prst="rect"/>
        </p:spPr>
      </p:pic>
      <p:pic>
        <p:nvPicPr>
          <p:cNvPr id="209718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478229" y="3512363"/>
            <a:ext cx="6192569" cy="2857015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81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2678428" y="1406143"/>
            <a:ext cx="5798022" cy="543446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79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209718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185367" y="947362"/>
            <a:ext cx="7260723" cy="1710168"/>
          </a:xfrm>
          <a:prstGeom prst="rect"/>
        </p:spPr>
      </p:pic>
      <p:sp>
        <p:nvSpPr>
          <p:cNvPr id="1048700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IN">
                <a:solidFill>
                  <a:srgbClr val="000000"/>
                </a:solidFill>
              </a:rPr>
              <a:t/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701" name=""/>
          <p:cNvSpPr txBox="1"/>
          <p:nvPr/>
        </p:nvSpPr>
        <p:spPr>
          <a:xfrm>
            <a:off x="4096000" y="3219450"/>
            <a:ext cx="4000000" cy="21869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https://github.com/rragavibca24-ux/Ragavi_TNDSC_FWD.git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2024-03-29T04:07:22Z</dcterms:created>
  <dcterms:modified xsi:type="dcterms:W3CDTF">2025-08-30T13:34:18Z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39256ae2f1754560a43f3ce1b469b4da</vt:lpwstr>
  </property>
</Properties>
</file>